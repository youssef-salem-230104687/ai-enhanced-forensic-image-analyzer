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50292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2402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Forensic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Analyzer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Digital Forensics  |  Final Project Presentation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Salem   ·   Mohamed Khaled   ·   Mariam Ahmed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Forensics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9728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Criminals increasingly leave digital footprints through image files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contain hidden EXIF metadata invisible to the naked eye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data embedded in photos can precisely track suspect movements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metadata extraction is time-consuming and error-prone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Courts require forensically sound, tamper-proof evidence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005840"/>
            <a:ext cx="2743200" cy="3566160"/>
          </a:xfrm>
          <a:prstGeom prst="rect">
            <a:avLst/>
          </a:prstGeom>
          <a:solidFill>
            <a:srgbClr val="111D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234440"/>
            <a:ext cx="1371600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3504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35040" y="2971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Sight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035040" y="345643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carries metadata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see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9728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Python desktop application built with PyQt5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extracts and parses hidden EXIF metadata from image files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raw GPS coordinates into interactive visual maps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anomaly detection to flag potentially tampered images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court-admissible PDF reports with full chain of custody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005840"/>
            <a:ext cx="2743200" cy="3566160"/>
          </a:xfrm>
          <a:prstGeom prst="rect">
            <a:avLst/>
          </a:prstGeom>
          <a:solidFill>
            <a:srgbClr val="111D35"/>
          </a:solidFill>
          <a:ln w="12700">
            <a:solidFill>
              <a:srgbClr val="00FF9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234440"/>
            <a:ext cx="1371600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3504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35040" y="29443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PyQt5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035040" y="345643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Desktop-grade forensic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tool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9728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05840"/>
            <a:ext cx="1572768" cy="3200400"/>
          </a:xfrm>
          <a:prstGeom prst="rect">
            <a:avLst/>
          </a:prstGeom>
          <a:solidFill>
            <a:srgbClr val="111D3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05840"/>
            <a:ext cx="1572768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2344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1752" y="18745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Extraction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1752" y="2377440"/>
            <a:ext cx="14813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info, timestamps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camera settings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911096" y="1005840"/>
            <a:ext cx="1572768" cy="3200400"/>
          </a:xfrm>
          <a:prstGeom prst="rect">
            <a:avLst/>
          </a:prstGeom>
          <a:solidFill>
            <a:srgbClr val="111D35"/>
          </a:solidFill>
          <a:ln w="19050">
            <a:solidFill>
              <a:srgbClr val="7B2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911096" y="1005840"/>
            <a:ext cx="1572768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2344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56816" y="18745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Conversion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956816" y="2377440"/>
            <a:ext cx="14813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to decimal map-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coordinates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566160" y="1005840"/>
            <a:ext cx="1572768" cy="3200400"/>
          </a:xfrm>
          <a:prstGeom prst="rect">
            <a:avLst/>
          </a:prstGeom>
          <a:solidFill>
            <a:srgbClr val="111D35"/>
          </a:solidFill>
          <a:ln w="19050">
            <a:solidFill>
              <a:srgbClr val="00FF9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566160" y="1005840"/>
            <a:ext cx="1572768" cy="5486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123444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11880" y="18745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Mapping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611880" y="2377440"/>
            <a:ext cx="14813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event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reconstruction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221224" y="1005840"/>
            <a:ext cx="1572768" cy="3200400"/>
          </a:xfrm>
          <a:prstGeom prst="rect">
            <a:avLst/>
          </a:prstGeom>
          <a:solidFill>
            <a:srgbClr val="111D35"/>
          </a:solidFill>
          <a:ln w="19050">
            <a:solidFill>
              <a:srgbClr val="FF4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221224" y="1005840"/>
            <a:ext cx="1572768" cy="54864"/>
          </a:xfrm>
          <a:prstGeom prst="rect">
            <a:avLst/>
          </a:prstGeom>
          <a:solidFill>
            <a:srgbClr val="FF4060"/>
          </a:solidFill>
          <a:ln w="12700">
            <a:solidFill>
              <a:srgbClr val="FF406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123444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18745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266944" y="2377440"/>
            <a:ext cx="14813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tampering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inconsistencies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876288" y="1005840"/>
            <a:ext cx="1572768" cy="3200400"/>
          </a:xfrm>
          <a:prstGeom prst="rect">
            <a:avLst/>
          </a:prstGeom>
          <a:solidFill>
            <a:srgbClr val="111D35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876288" y="1005840"/>
            <a:ext cx="1572768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1234440"/>
            <a:ext cx="548640" cy="5486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22008" y="18745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Reporting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6922008" y="2377440"/>
            <a:ext cx="14813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court-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admissible reports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Technologies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9728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8229600" cy="621792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87552"/>
            <a:ext cx="164592" cy="6217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3327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033272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logic &amp; forensic processing engine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673352"/>
            <a:ext cx="8229600" cy="621792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73352"/>
            <a:ext cx="164592" cy="62179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71907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1719072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graphical desktop user interface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359152"/>
            <a:ext cx="8229600" cy="621792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59152"/>
            <a:ext cx="164592" cy="62179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40487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exifread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2404872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EXIF metadata parsing from raw image binaries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044952"/>
            <a:ext cx="8229600" cy="621792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44952"/>
            <a:ext cx="164592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09067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3090672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HTML/Leaflet.js geolocation mapping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730752"/>
            <a:ext cx="8229600" cy="621792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730752"/>
            <a:ext cx="164592" cy="621792"/>
          </a:xfrm>
          <a:prstGeom prst="rect">
            <a:avLst/>
          </a:prstGeom>
          <a:solidFill>
            <a:srgbClr val="FF4060"/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77647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hashlib (SHA-256)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0" y="3776472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hashing for chain of custody integrity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416552"/>
            <a:ext cx="8229600" cy="621792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416552"/>
            <a:ext cx="164592" cy="6217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46227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0" y="4462272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PDF generation for forensic reports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Custody &amp; Integrity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9728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914400"/>
            <a:ext cx="137160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960120"/>
            <a:ext cx="502920" cy="5029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1228" y="1463040"/>
            <a:ext cx="54864" cy="274320"/>
          </a:xfrm>
          <a:prstGeom prst="rect">
            <a:avLst/>
          </a:prstGeom>
          <a:solidFill>
            <a:srgbClr val="6B7FA3"/>
          </a:solidFill>
          <a:ln w="12700">
            <a:solidFill>
              <a:srgbClr val="6B7FA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97840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computed immediately upon evidence file ingestion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737360"/>
            <a:ext cx="502920" cy="5029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1228" y="2240280"/>
            <a:ext cx="54864" cy="274320"/>
          </a:xfrm>
          <a:prstGeom prst="rect">
            <a:avLst/>
          </a:prstGeom>
          <a:solidFill>
            <a:srgbClr val="6B7FA3"/>
          </a:solidFill>
          <a:ln w="12700">
            <a:solidFill>
              <a:srgbClr val="6B7FA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175564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value logged with timestamp to establish a forensic baseline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514600"/>
            <a:ext cx="502920" cy="5029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1228" y="3017520"/>
            <a:ext cx="54864" cy="274320"/>
          </a:xfrm>
          <a:prstGeom prst="rect">
            <a:avLst/>
          </a:prstGeom>
          <a:solidFill>
            <a:srgbClr val="6B7FA3"/>
          </a:solidFill>
          <a:ln w="12700">
            <a:solidFill>
              <a:srgbClr val="6B7FA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253288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post-ingestion modification produces a different hash — instantly detected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291840"/>
            <a:ext cx="502920" cy="5029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81228" y="3794760"/>
            <a:ext cx="54864" cy="274320"/>
          </a:xfrm>
          <a:prstGeom prst="rect">
            <a:avLst/>
          </a:prstGeom>
          <a:solidFill>
            <a:srgbClr val="6B7FA3"/>
          </a:solidFill>
          <a:ln w="12700">
            <a:solidFill>
              <a:srgbClr val="6B7FA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97280" y="331012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embedded in final PDF report for court verification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4069080"/>
            <a:ext cx="502920" cy="5029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97280" y="408736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compliance with digital evidence admissibility standards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Validation &amp; Ground Truth Testing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9728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3749040"/>
          </a:xfrm>
          <a:prstGeom prst="rect">
            <a:avLst/>
          </a:prstGeom>
          <a:solidFill>
            <a:srgbClr val="111D35"/>
          </a:solidFill>
          <a:ln w="19050">
            <a:solidFill>
              <a:srgbClr val="00FF9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5486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Test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photo captured with GPS enabled on verified device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output compared against phone's recorded GPS coordinates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validated to within acceptable forensic tolerance margins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documented and reproducible across multiple test cases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3749040"/>
          </a:xfrm>
          <a:prstGeom prst="rect">
            <a:avLst/>
          </a:prstGeom>
          <a:solidFill>
            <a:srgbClr val="111D35"/>
          </a:solidFill>
          <a:ln w="19050">
            <a:solidFill>
              <a:srgbClr val="FF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4114800" cy="54864"/>
          </a:xfrm>
          <a:prstGeom prst="rect">
            <a:avLst/>
          </a:prstGeom>
          <a:solidFill>
            <a:srgbClr val="FF4060"/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2412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Detection Test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50876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manually altered to simulate evidence tampering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successfully flagged all anomalies and inconsistencies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mismatch detected on modified files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 validated as zero across all test images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73152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the live desktop application now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286000" y="35661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ingestion &amp; SHA-256 hash generation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metadata extraction &amp; display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conversion &amp; interactive map rendering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PDF forensic report generation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9728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7899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014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Metadata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43000" y="130759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images with missing, partial, or corrupted EXIF metadata gracefully without crashing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764792"/>
            <a:ext cx="8229600" cy="685800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83664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18196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DMS Conversion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43000" y="21122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complex Degree/Minute/Second format to decimal degrees with full precision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569464"/>
            <a:ext cx="8229600" cy="685800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688336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2624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Support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143000" y="291693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compatibility across Windows, macOS, and Linux environments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3374136"/>
            <a:ext cx="8229600" cy="685800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493008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Hardware Compatibility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143000" y="37216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and hardware compatibility issues when integrating AI inference models locally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4178808"/>
            <a:ext cx="8229600" cy="685800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29768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43000" y="4233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vs Accuracy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143000" y="45262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processing throughput with forensic accuracy on large image datasets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9728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05840"/>
            <a:ext cx="1572768" cy="3200400"/>
          </a:xfrm>
          <a:prstGeom prst="rect">
            <a:avLst/>
          </a:prstGeom>
          <a:solidFill>
            <a:srgbClr val="111D3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05840"/>
            <a:ext cx="1572768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2344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1752" y="18745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Forensics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1752" y="2377440"/>
            <a:ext cx="148132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analysis to MP4/MOV files and extract frame-level metadata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911096" y="1005840"/>
            <a:ext cx="1572768" cy="3200400"/>
          </a:xfrm>
          <a:prstGeom prst="rect">
            <a:avLst/>
          </a:prstGeom>
          <a:solidFill>
            <a:srgbClr val="111D35"/>
          </a:solidFill>
          <a:ln w="19050">
            <a:solidFill>
              <a:srgbClr val="7B2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911096" y="1005840"/>
            <a:ext cx="1572768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2344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56816" y="18745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Integration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956816" y="2377440"/>
            <a:ext cx="148132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Mass-scale analysis via AWS or Azure forensic pipelines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566160" y="1005840"/>
            <a:ext cx="1572768" cy="3200400"/>
          </a:xfrm>
          <a:prstGeom prst="rect">
            <a:avLst/>
          </a:prstGeom>
          <a:solidFill>
            <a:srgbClr val="111D35"/>
          </a:solidFill>
          <a:ln w="19050">
            <a:solidFill>
              <a:srgbClr val="00FF9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566160" y="1005840"/>
            <a:ext cx="1572768" cy="5486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123444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11880" y="18745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Enhancement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611880" y="2377440"/>
            <a:ext cx="148132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for tampering detection and classification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221224" y="1005840"/>
            <a:ext cx="1572768" cy="3200400"/>
          </a:xfrm>
          <a:prstGeom prst="rect">
            <a:avLst/>
          </a:prstGeom>
          <a:solidFill>
            <a:srgbClr val="111D35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221224" y="1005840"/>
            <a:ext cx="1572768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123444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18745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Backend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266944" y="2377440"/>
            <a:ext cx="148132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case management with SQLite or PostgreSQL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876288" y="1005840"/>
            <a:ext cx="1572768" cy="3200400"/>
          </a:xfrm>
          <a:prstGeom prst="rect">
            <a:avLst/>
          </a:prstGeom>
          <a:solidFill>
            <a:srgbClr val="111D35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876288" y="1005840"/>
            <a:ext cx="1572768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1234440"/>
            <a:ext cx="548640" cy="5486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22008" y="18745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Companion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6922008" y="2377440"/>
            <a:ext cx="148132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evidence collection and tagging via a companion 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109728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058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fully functional AI-enhanced forensic image analysis desktop tool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09928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66420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real-world applicability in digital investigation workflows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6829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232257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upholds forensic integrity through cryptographic chain of custody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26664"/>
            <a:ext cx="384048" cy="3840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298094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accuracy using controlled ground-truth and tamper test scenarios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1371600" y="3657600"/>
            <a:ext cx="6400800" cy="1097280"/>
          </a:xfrm>
          <a:prstGeom prst="rect">
            <a:avLst/>
          </a:prstGeom>
          <a:solidFill>
            <a:srgbClr val="111D35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3794760"/>
            <a:ext cx="640080" cy="6400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743200" y="3749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17" name="Text 10"/>
          <p:cNvSpPr/>
          <p:nvPr/>
        </p:nvSpPr>
        <p:spPr>
          <a:xfrm>
            <a:off x="1463040" y="42519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Youssef Salem · Mohamed Khaled · Mariam Ahmed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AI-Enhanced Forensic Image Analyzer</dc:title>
  <dc:subject>PptxGenJS Presentation</dc:subject>
  <dc:creator>PptxGenJS</dc:creator>
  <cp:lastModifiedBy>PptxGenJS</cp:lastModifiedBy>
  <cp:revision>1</cp:revision>
  <dcterms:created xsi:type="dcterms:W3CDTF">2026-05-10T06:00:10Z</dcterms:created>
  <dcterms:modified xsi:type="dcterms:W3CDTF">2026-05-10T06:00:10Z</dcterms:modified>
</cp:coreProperties>
</file>